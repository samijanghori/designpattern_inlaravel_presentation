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08" y="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7EEAA-58CC-40FA-82BF-2C928AE12C47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B364F-D330-4EAD-8E5B-A73623DB7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007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7EEAA-58CC-40FA-82BF-2C928AE12C47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B364F-D330-4EAD-8E5B-A73623DB7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97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7EEAA-58CC-40FA-82BF-2C928AE12C47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B364F-D330-4EAD-8E5B-A73623DB7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565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7EEAA-58CC-40FA-82BF-2C928AE12C47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B364F-D330-4EAD-8E5B-A73623DB7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932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7EEAA-58CC-40FA-82BF-2C928AE12C47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B364F-D330-4EAD-8E5B-A73623DB7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33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7EEAA-58CC-40FA-82BF-2C928AE12C47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B364F-D330-4EAD-8E5B-A73623DB7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271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7EEAA-58CC-40FA-82BF-2C928AE12C47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B364F-D330-4EAD-8E5B-A73623DB7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308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7EEAA-58CC-40FA-82BF-2C928AE12C47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B364F-D330-4EAD-8E5B-A73623DB7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064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7EEAA-58CC-40FA-82BF-2C928AE12C47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B364F-D330-4EAD-8E5B-A73623DB7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557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7EEAA-58CC-40FA-82BF-2C928AE12C47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B364F-D330-4EAD-8E5B-A73623DB7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115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7EEAA-58CC-40FA-82BF-2C928AE12C47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B364F-D330-4EAD-8E5B-A73623DB7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069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07EEAA-58CC-40FA-82BF-2C928AE12C47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1B364F-D330-4EAD-8E5B-A73623DB7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37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450" y="2652399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Design patterns in </a:t>
            </a:r>
            <a:br>
              <a:rPr lang="en-US" dirty="0" smtClean="0"/>
            </a:br>
            <a:r>
              <a:rPr lang="en-US" dirty="0" smtClean="0"/>
              <a:t>laravel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dirty="0" smtClean="0"/>
              <a:t>say goodbye to Messy code</a:t>
            </a:r>
            <a:br>
              <a:rPr lang="en-US" sz="2800" dirty="0" smtClean="0"/>
            </a:br>
            <a:r>
              <a:rPr lang="en-US" sz="2800" dirty="0" smtClean="0"/>
              <a:t>and start organize coding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99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What is design pattern?	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Proven solutions </a:t>
            </a:r>
            <a:r>
              <a:rPr lang="en-US" dirty="0" smtClean="0"/>
              <a:t>to recurring problems in software design. Think of them as </a:t>
            </a:r>
            <a:r>
              <a:rPr lang="en-US" dirty="0" smtClean="0">
                <a:solidFill>
                  <a:srgbClr val="FF0000"/>
                </a:solidFill>
              </a:rPr>
              <a:t>reusable templates</a:t>
            </a:r>
            <a:r>
              <a:rPr lang="en-US" dirty="0" smtClean="0"/>
              <a:t> for tackling common coding challenges . </a:t>
            </a:r>
          </a:p>
          <a:p>
            <a:endParaRPr lang="en-US" dirty="0"/>
          </a:p>
          <a:p>
            <a:r>
              <a:rPr lang="en-US" dirty="0" smtClean="0"/>
              <a:t>They’re like the </a:t>
            </a:r>
            <a:r>
              <a:rPr lang="en-US" dirty="0" smtClean="0">
                <a:solidFill>
                  <a:srgbClr val="FF0000"/>
                </a:solidFill>
              </a:rPr>
              <a:t>grammar of clean code </a:t>
            </a:r>
          </a:p>
          <a:p>
            <a:r>
              <a:rPr lang="en-US" dirty="0" smtClean="0"/>
              <a:t>They help you </a:t>
            </a:r>
            <a:r>
              <a:rPr lang="en-US" dirty="0" smtClean="0">
                <a:solidFill>
                  <a:srgbClr val="FF0000"/>
                </a:solidFill>
              </a:rPr>
              <a:t>communicate well </a:t>
            </a:r>
            <a:r>
              <a:rPr lang="en-US" dirty="0" smtClean="0"/>
              <a:t>with your team and your future self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752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Why are design patterns important?</a:t>
            </a:r>
            <a:br>
              <a:rPr lang="en-US" b="1" dirty="0" smtClean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B050"/>
                </a:solidFill>
              </a:rPr>
              <a:t>Scalability </a:t>
            </a:r>
            <a:r>
              <a:rPr lang="en-US" dirty="0" smtClean="0"/>
              <a:t>– ensures your code remain </a:t>
            </a:r>
            <a:r>
              <a:rPr lang="en-US" dirty="0" smtClean="0">
                <a:solidFill>
                  <a:srgbClr val="FF0000"/>
                </a:solidFill>
              </a:rPr>
              <a:t>manageable 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00B050"/>
                </a:solidFill>
              </a:rPr>
              <a:t>Maintainability</a:t>
            </a:r>
            <a:r>
              <a:rPr lang="en-US" dirty="0" smtClean="0"/>
              <a:t> – patterns enforce </a:t>
            </a:r>
            <a:r>
              <a:rPr lang="en-US" dirty="0" smtClean="0">
                <a:solidFill>
                  <a:srgbClr val="FF0000"/>
                </a:solidFill>
              </a:rPr>
              <a:t>separation of concerns</a:t>
            </a:r>
            <a:r>
              <a:rPr lang="en-US" dirty="0" smtClean="0"/>
              <a:t>, making it easier to debug and extend your application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00B050"/>
                </a:solidFill>
              </a:rPr>
              <a:t>Team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B050"/>
                </a:solidFill>
              </a:rPr>
              <a:t>collaboration</a:t>
            </a:r>
            <a:r>
              <a:rPr lang="en-US" dirty="0" smtClean="0"/>
              <a:t> – makes your codebase familiar and accessible to other developers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020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How laravel 11 supports Design patterns?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0382" y="1690688"/>
            <a:ext cx="10515600" cy="4710302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Service provider </a:t>
            </a:r>
            <a:r>
              <a:rPr lang="en-US" dirty="0" smtClean="0"/>
              <a:t>– for the </a:t>
            </a:r>
            <a:r>
              <a:rPr lang="en-US" dirty="0" smtClean="0">
                <a:solidFill>
                  <a:srgbClr val="FF0000"/>
                </a:solidFill>
              </a:rPr>
              <a:t>service pattern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00B050"/>
                </a:solidFill>
              </a:rPr>
              <a:t>Eloquent models </a:t>
            </a:r>
            <a:r>
              <a:rPr lang="en-US" dirty="0" smtClean="0"/>
              <a:t>– perfect for </a:t>
            </a:r>
            <a:r>
              <a:rPr lang="en-US" dirty="0" smtClean="0">
                <a:solidFill>
                  <a:srgbClr val="FF0000"/>
                </a:solidFill>
              </a:rPr>
              <a:t>repository pattern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00B050"/>
                </a:solidFill>
              </a:rPr>
              <a:t>Observers</a:t>
            </a:r>
            <a:r>
              <a:rPr lang="en-US" dirty="0" smtClean="0"/>
              <a:t> – built-in implementation for the </a:t>
            </a:r>
            <a:r>
              <a:rPr lang="en-US" dirty="0" smtClean="0">
                <a:solidFill>
                  <a:srgbClr val="FF0000"/>
                </a:solidFill>
              </a:rPr>
              <a:t>observer pattern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>
                <a:solidFill>
                  <a:srgbClr val="00B050"/>
                </a:solidFill>
              </a:rPr>
              <a:t>Singleton pattern </a:t>
            </a:r>
            <a:r>
              <a:rPr lang="en-US" dirty="0" smtClean="0"/>
              <a:t>– used in service providers to ensure a </a:t>
            </a:r>
            <a:r>
              <a:rPr lang="en-US" dirty="0" smtClean="0">
                <a:solidFill>
                  <a:srgbClr val="FF0000"/>
                </a:solidFill>
              </a:rPr>
              <a:t>single instance </a:t>
            </a:r>
            <a:r>
              <a:rPr lang="en-US" dirty="0" smtClean="0"/>
              <a:t>of a class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00B050"/>
                </a:solidFill>
              </a:rPr>
              <a:t>Factory pattern </a:t>
            </a:r>
            <a:r>
              <a:rPr lang="en-US" dirty="0" smtClean="0"/>
              <a:t>– Model factories allow you to </a:t>
            </a:r>
            <a:r>
              <a:rPr lang="en-US" dirty="0" smtClean="0">
                <a:solidFill>
                  <a:srgbClr val="FF0000"/>
                </a:solidFill>
              </a:rPr>
              <a:t>create test data </a:t>
            </a:r>
            <a:r>
              <a:rPr lang="en-US" dirty="0" smtClean="0"/>
              <a:t>and seeders effortlessly.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646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When to use design patterns?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rgbClr val="C00000"/>
                </a:solidFill>
              </a:rPr>
              <a:t>Be careful </a:t>
            </a:r>
            <a:r>
              <a:rPr lang="en-US" b="1" dirty="0" smtClean="0"/>
              <a:t>: Not every project need design patterns</a:t>
            </a:r>
          </a:p>
          <a:p>
            <a:r>
              <a:rPr lang="en-US" dirty="0" smtClean="0">
                <a:solidFill>
                  <a:srgbClr val="00B050"/>
                </a:solidFill>
              </a:rPr>
              <a:t>small projects </a:t>
            </a:r>
            <a:r>
              <a:rPr lang="en-US" dirty="0" smtClean="0"/>
              <a:t>– use </a:t>
            </a:r>
            <a:r>
              <a:rPr lang="en-US" dirty="0" smtClean="0">
                <a:solidFill>
                  <a:srgbClr val="FF0000"/>
                </a:solidFill>
              </a:rPr>
              <a:t>Factory pattern </a:t>
            </a:r>
            <a:r>
              <a:rPr lang="en-US" dirty="0" smtClean="0"/>
              <a:t>for object creation and testing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00B050"/>
                </a:solidFill>
              </a:rPr>
              <a:t>Medium projects </a:t>
            </a:r>
            <a:r>
              <a:rPr lang="en-US" dirty="0" smtClean="0"/>
              <a:t>– add </a:t>
            </a:r>
            <a:r>
              <a:rPr lang="en-US" dirty="0" smtClean="0">
                <a:solidFill>
                  <a:srgbClr val="FF0000"/>
                </a:solidFill>
              </a:rPr>
              <a:t>Repository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Service</a:t>
            </a:r>
            <a:r>
              <a:rPr lang="en-US" dirty="0" smtClean="0"/>
              <a:t> patterns for scalability.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00B050"/>
                </a:solidFill>
              </a:rPr>
              <a:t>Large projects </a:t>
            </a:r>
            <a:r>
              <a:rPr lang="en-US" dirty="0" smtClean="0"/>
              <a:t>– use </a:t>
            </a:r>
            <a:r>
              <a:rPr lang="en-US" dirty="0" smtClean="0">
                <a:solidFill>
                  <a:srgbClr val="FF0000"/>
                </a:solidFill>
              </a:rPr>
              <a:t>Strategy</a:t>
            </a:r>
            <a:r>
              <a:rPr lang="en-US" dirty="0" smtClean="0"/>
              <a:t> , </a:t>
            </a:r>
            <a:r>
              <a:rPr lang="en-US" dirty="0" smtClean="0">
                <a:solidFill>
                  <a:srgbClr val="FF0000"/>
                </a:solidFill>
              </a:rPr>
              <a:t>Singleton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Observer</a:t>
            </a:r>
            <a:r>
              <a:rPr lang="en-US" dirty="0" smtClean="0"/>
              <a:t> patters for modularity</a:t>
            </a:r>
          </a:p>
        </p:txBody>
      </p:sp>
    </p:spTree>
    <p:extLst>
      <p:ext uri="{BB962C8B-B14F-4D97-AF65-F5344CB8AC3E}">
        <p14:creationId xmlns:p14="http://schemas.microsoft.com/office/powerpoint/2010/main" val="3204068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211" y="153909"/>
            <a:ext cx="11773686" cy="6194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152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765" y="208230"/>
            <a:ext cx="11058638" cy="6482281"/>
          </a:xfrm>
        </p:spPr>
      </p:pic>
    </p:spTree>
    <p:extLst>
      <p:ext uri="{BB962C8B-B14F-4D97-AF65-F5344CB8AC3E}">
        <p14:creationId xmlns:p14="http://schemas.microsoft.com/office/powerpoint/2010/main" val="813636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050" y="289711"/>
            <a:ext cx="11632791" cy="6376140"/>
          </a:xfrm>
        </p:spPr>
      </p:pic>
    </p:spTree>
    <p:extLst>
      <p:ext uri="{BB962C8B-B14F-4D97-AF65-F5344CB8AC3E}">
        <p14:creationId xmlns:p14="http://schemas.microsoft.com/office/powerpoint/2010/main" val="2216208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657" y="365126"/>
            <a:ext cx="11518557" cy="6334438"/>
          </a:xfrm>
        </p:spPr>
      </p:pic>
    </p:spTree>
    <p:extLst>
      <p:ext uri="{BB962C8B-B14F-4D97-AF65-F5344CB8AC3E}">
        <p14:creationId xmlns:p14="http://schemas.microsoft.com/office/powerpoint/2010/main" val="4262986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8641"/>
            <a:ext cx="12192000" cy="6862528"/>
          </a:xfrm>
        </p:spPr>
      </p:pic>
    </p:spTree>
    <p:extLst>
      <p:ext uri="{BB962C8B-B14F-4D97-AF65-F5344CB8AC3E}">
        <p14:creationId xmlns:p14="http://schemas.microsoft.com/office/powerpoint/2010/main" val="2783399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198</Words>
  <Application>Microsoft Office PowerPoint</Application>
  <PresentationFormat>Widescreen</PresentationFormat>
  <Paragraphs>29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Design patterns in  laravel  say goodbye to Messy code and start organize coding</vt:lpstr>
      <vt:lpstr>What is design pattern? </vt:lpstr>
      <vt:lpstr>Why are design patterns important? </vt:lpstr>
      <vt:lpstr>How laravel 11 supports Design patterns?</vt:lpstr>
      <vt:lpstr>When to use design patterns?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patterns in  laravel</dc:title>
  <dc:creator>EHSAN COMPUTER</dc:creator>
  <cp:lastModifiedBy>EHSAN COMPUTER</cp:lastModifiedBy>
  <cp:revision>9</cp:revision>
  <dcterms:created xsi:type="dcterms:W3CDTF">2026-01-06T10:40:00Z</dcterms:created>
  <dcterms:modified xsi:type="dcterms:W3CDTF">2026-01-06T11:22:57Z</dcterms:modified>
</cp:coreProperties>
</file>